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9144000" cx="6858000"/>
  <p:notesSz cx="68580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E/5UnXzdLJCRCWY8R8Jl7TEGw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E50E79-791A-42A1-98AE-02FC2AAECA6B}">
  <a:tblStyle styleId="{F6E50E79-791A-42A1-98AE-02FC2AAECA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97225"/>
            <a:ext cx="45722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415775"/>
            <a:ext cx="54864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15775"/>
            <a:ext cx="54864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97225"/>
            <a:ext cx="45722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15775"/>
            <a:ext cx="54864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97225"/>
            <a:ext cx="45722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15775"/>
            <a:ext cx="54864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97225"/>
            <a:ext cx="45722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15775"/>
            <a:ext cx="54864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97225"/>
            <a:ext cx="45722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15775"/>
            <a:ext cx="54864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97225"/>
            <a:ext cx="45722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15775"/>
            <a:ext cx="54864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97225"/>
            <a:ext cx="45722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15775"/>
            <a:ext cx="54864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97225"/>
            <a:ext cx="45722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15775"/>
            <a:ext cx="54864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97225"/>
            <a:ext cx="45722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15775"/>
            <a:ext cx="5486400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97225"/>
            <a:ext cx="45722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ctrTitle"/>
          </p:nvPr>
        </p:nvSpPr>
        <p:spPr>
          <a:xfrm>
            <a:off x="514350" y="2840038"/>
            <a:ext cx="5829300" cy="1960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subTitle"/>
          </p:nvPr>
        </p:nvSpPr>
        <p:spPr>
          <a:xfrm>
            <a:off x="1028700" y="5181600"/>
            <a:ext cx="480060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541338" y="5875338"/>
            <a:ext cx="5829300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541338" y="3875088"/>
            <a:ext cx="58293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514350" y="2641600"/>
            <a:ext cx="283845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3505200" y="2641600"/>
            <a:ext cx="283845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342900" y="366713"/>
            <a:ext cx="6172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42900" y="2046288"/>
            <a:ext cx="3030538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342900" y="2900363"/>
            <a:ext cx="3030538" cy="526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3484563" y="2046288"/>
            <a:ext cx="3030537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3484563" y="2900363"/>
            <a:ext cx="3030537" cy="526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342900" y="363538"/>
            <a:ext cx="2255838" cy="15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2681288" y="363538"/>
            <a:ext cx="3833812" cy="780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342900" y="1912938"/>
            <a:ext cx="2255838" cy="6254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344613" y="6400800"/>
            <a:ext cx="41148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344613" y="817563"/>
            <a:ext cx="4114800" cy="5486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344613" y="7156450"/>
            <a:ext cx="4114800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685800" y="2470150"/>
            <a:ext cx="5486400" cy="58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1957388" y="3741738"/>
            <a:ext cx="7315200" cy="145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-1033462" y="2360613"/>
            <a:ext cx="7315200" cy="421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CMSC204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Kartchner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338138" y="1189038"/>
            <a:ext cx="62912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V(StateGraph) = {Oregon, Alaska, Texas, Hawaii, Vermont, NewYork, California}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E(StateGraph) = {(Alaska, Oregon), (Hawaii, Alaska), (Hawaii, Texas), (Texas, Hawaii), (Hawaii, 	California), (Hawaii, New York), (Texas, Vermont), (Vermont, California), 	(Vermont, Alaska)}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Draw the StateGraph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318325" y="5554375"/>
            <a:ext cx="63309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Describe the graph pictured above, using the formal graph notation.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V(StateGraph) = {Oregon, Alaska, Texas, Hawaii, Vermont, New York, California}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E(StateGraph) = </a:t>
            </a:r>
            <a:r>
              <a:rPr lang="en-US"/>
              <a:t>{(Alaska, Oregon), (Hawaii, Alaska), (Hawaii, Texas), (Texas, Hawaii), (Hawaii, California), (Hawaii, NewYork), (Texas, Vermont), (Vermont, California), (Vermont, Alaska)}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a. Is there a path from Oregon to any other state in the graph?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No. Oregon has no </a:t>
            </a:r>
            <a:r>
              <a:rPr b="1" lang="en-US">
                <a:solidFill>
                  <a:schemeClr val="dk1"/>
                </a:solidFill>
              </a:rPr>
              <a:t>edges </a:t>
            </a:r>
            <a:r>
              <a:rPr b="1" lang="en-US"/>
              <a:t>outwards. No path from Oregon to any other state.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b. Is there a path from Hawaii to every other state in the graph?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Yes, since it is at the top of the chart.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c. From which state(s) in the graph is there a path to Hawaii?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Only from Texas.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34438"/>
            <a:ext cx="6553201" cy="240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b.   Show the adjacency lists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that would describe the edges in the graph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457200" y="6146350"/>
            <a:ext cx="3049500" cy="156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Alaska:</a:t>
            </a:r>
            <a:r>
              <a:rPr lang="en-US" sz="1100">
                <a:solidFill>
                  <a:schemeClr val="dk1"/>
                </a:solidFill>
              </a:rPr>
              <a:t> {Oregon}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California:</a:t>
            </a:r>
            <a:r>
              <a:rPr lang="en-US" sz="1100">
                <a:solidFill>
                  <a:schemeClr val="dk1"/>
                </a:solidFill>
              </a:rPr>
              <a:t> {}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Hawaii:</a:t>
            </a:r>
            <a:r>
              <a:rPr lang="en-US" sz="1100">
                <a:solidFill>
                  <a:schemeClr val="dk1"/>
                </a:solidFill>
              </a:rPr>
              <a:t> {Alaska, California, New York, Texas}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New York:</a:t>
            </a:r>
            <a:r>
              <a:rPr lang="en-US" sz="1100">
                <a:solidFill>
                  <a:schemeClr val="dk1"/>
                </a:solidFill>
              </a:rPr>
              <a:t> {}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Oregon:</a:t>
            </a:r>
            <a:r>
              <a:rPr lang="en-US" sz="1100">
                <a:solidFill>
                  <a:schemeClr val="dk1"/>
                </a:solidFill>
              </a:rPr>
              <a:t> {}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Texas:</a:t>
            </a:r>
            <a:r>
              <a:rPr lang="en-US" sz="1100">
                <a:solidFill>
                  <a:schemeClr val="dk1"/>
                </a:solidFill>
              </a:rPr>
              <a:t> {Hawaii, Vermont}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Vermont:</a:t>
            </a:r>
            <a:r>
              <a:rPr lang="en-US" sz="1100">
                <a:solidFill>
                  <a:schemeClr val="dk1"/>
                </a:solidFill>
              </a:rPr>
              <a:t> {Alaska, California}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 startAt="3"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 Show the adjacency matrix that would describe the edges in the graph. Store the vertices in alphabetical order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8028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{F6E50E79-791A-42A1-98AE-02FC2AAECA6B}</a:tableStyleId>
              </a:tblPr>
              <a:tblGrid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39102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228600" y="3248025"/>
            <a:ext cx="5653088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a.    Which of the following lists the graph nodes in depth first order beginning with E?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A)	E, G, F, C, D, B, 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B)	G, A, E, C, B, F, 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C)	E, G, A, D, F, C, B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D)	E, C, F, B, A, D, G </a:t>
            </a:r>
            <a:endParaRPr b="1">
              <a:highlight>
                <a:srgbClr val="FF9900"/>
              </a:highlight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228600" y="4800600"/>
            <a:ext cx="5715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b.    Which of the following lists the graph nodes in breadth first order beginning at F?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A)  F, C, D, A, B, E, 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B)  F, D, C, A, B, C, 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C)  F, C, D, B, G, A, 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D)  a, b, and c are all breadth first traversals </a:t>
            </a:r>
            <a:endParaRPr b="1"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_633b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85800"/>
            <a:ext cx="4648200" cy="2855913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09" name="Google Shape;109;p4"/>
          <p:cNvSpPr txBox="1"/>
          <p:nvPr/>
        </p:nvSpPr>
        <p:spPr>
          <a:xfrm>
            <a:off x="609600" y="3962400"/>
            <a:ext cx="3911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Find the shortest </a:t>
            </a:r>
            <a:r>
              <a:rPr b="0" i="0" lang="en-US" sz="1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Atlanta to every other city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463650" y="4482950"/>
            <a:ext cx="3372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Washington: 600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Houston: 800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Dallas: Washington+1300=1900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Austin: Dallas+200=2100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Houston: Austin+160=2260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Chicago: Dallas+900=1800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Denver=Dallas+780 = 1680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/>
        </p:nvSpPr>
        <p:spPr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 Find the minimal spanning tree using Prim’s algorithm. 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0 as the source vertex .  Show the steps.</a:t>
            </a:r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450" y="1547328"/>
            <a:ext cx="2536375" cy="19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681725" y="1132125"/>
            <a:ext cx="23676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Visited: {0, 2}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3494325" y="1132125"/>
            <a:ext cx="23676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Visited: {0, 2, 5}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3450" y="1631477"/>
            <a:ext cx="2314950" cy="18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681725" y="3808650"/>
            <a:ext cx="23676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Visited: {0, 2, 5, 1}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725" y="4268575"/>
            <a:ext cx="1805599" cy="133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4300" y="4070400"/>
            <a:ext cx="1937625" cy="152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3779575" y="3669000"/>
            <a:ext cx="23676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Visited: {0, 2, 5, 1, 4}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400725" y="6107400"/>
            <a:ext cx="28050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Visited: {0, 2, 5, 1, 4, 3}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4225" y="6645954"/>
            <a:ext cx="2482979" cy="19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 Find the minimal spanning tree using Kruskal’s algorithm.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the weights in order and the steps.</a:t>
            </a:r>
            <a:endParaRPr/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50" y="1538950"/>
            <a:ext cx="2686050" cy="212883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/>
        </p:nvSpPr>
        <p:spPr>
          <a:xfrm>
            <a:off x="758463" y="3780700"/>
            <a:ext cx="18951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7725" lIns="77725" spcFirstLastPara="1" rIns="77725" wrap="square" tIns="7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</a:t>
            </a:r>
            <a:endParaRPr sz="11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3462208" y="3780700"/>
            <a:ext cx="18951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7725" lIns="77725" spcFirstLastPara="1" rIns="77725" wrap="square" tIns="7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</a:t>
            </a:r>
            <a:endParaRPr sz="11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83868" y="5948572"/>
            <a:ext cx="18951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7725" lIns="77725" spcFirstLastPara="1" rIns="77725" wrap="square" tIns="7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</a:t>
            </a:r>
            <a:endParaRPr sz="11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2382138" y="5948575"/>
            <a:ext cx="18951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7725" lIns="77725" spcFirstLastPara="1" rIns="77725" wrap="square" tIns="7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</a:t>
            </a:r>
            <a:endParaRPr sz="11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785" y="4086726"/>
            <a:ext cx="2191817" cy="169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5121" y="4086726"/>
            <a:ext cx="2201467" cy="169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00" y="6313072"/>
            <a:ext cx="2171280" cy="169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54357" y="6226819"/>
            <a:ext cx="2121414" cy="169312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4555963" y="5862325"/>
            <a:ext cx="18951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7725" lIns="77725" spcFirstLastPara="1" rIns="77725" wrap="square" tIns="7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</a:t>
            </a:r>
            <a:endParaRPr sz="11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06250" y="6163951"/>
            <a:ext cx="1895100" cy="1492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8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24000"/>
            <a:ext cx="5715000" cy="356473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 Find the minimal spanning tree using the algorithm you prefer. 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Minneapolis/St. Paul as the source vertex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762800" y="5217175"/>
            <a:ext cx="56223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connections? n=nodeCount, minConnections=n-1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nodes, 6 min connections.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025" y="6246575"/>
            <a:ext cx="4633681" cy="284022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4150775" y="5666325"/>
            <a:ext cx="1926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533400" y="622300"/>
            <a:ext cx="613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List the nodes of the graph in a breadth first topological ordering.  Show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steps using arrays predCount, topologicalOrder and a queue</a:t>
            </a:r>
            <a:endParaRPr/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524000"/>
            <a:ext cx="3962400" cy="24924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8"/>
          <p:cNvGraphicFramePr/>
          <p:nvPr/>
        </p:nvGraphicFramePr>
        <p:xfrm>
          <a:off x="109500" y="383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{F6E50E79-791A-42A1-98AE-02FC2AAECA6B}</a:tableStyleId>
              </a:tblPr>
              <a:tblGrid>
                <a:gridCol w="749525"/>
                <a:gridCol w="1014075"/>
                <a:gridCol w="2189450"/>
                <a:gridCol w="260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predCount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topologicalOrder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queue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5, 1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5, 6, 3, 2, 4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0-&gt;1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6, 3, 2, 4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0-&gt;1-&gt;5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6, 3, 4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0→1→5→2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6, 3, 4, 9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0→1→5→2→7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6, 3, 9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0→1→5→2→7→4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3, 8, 9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0→1→5→2→7→4→6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8, 9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0, 1, 5, 2, 7, 4, 6, 3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0, 1, 5, 2, 7, 4, 6, 3, 8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0, 1, 5, 2, 7, 4, 6, 3, 8, 9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8"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/>
          <p:nvPr/>
        </p:nvSpPr>
        <p:spPr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 List the nodes of the graph in a breadth first topological ordering.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579225" y="3857475"/>
            <a:ext cx="3684900" cy="3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Organization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Seminar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Theory of Computation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4300" y="3857475"/>
            <a:ext cx="2186721" cy="510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2003-11-20T06:12:01Z</dcterms:created>
  <dc:creator>Joe Wisniewski</dc:creator>
</cp:coreProperties>
</file>